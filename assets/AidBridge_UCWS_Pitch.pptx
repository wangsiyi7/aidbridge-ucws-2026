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e28e0099854c91" /><Relationship Type="http://schemas.openxmlformats.org/officeDocument/2006/relationships/extended-properties" Target="/docProps/app.xml" Id="R2fb7bc02e4ec4687" /><Relationship Type="http://schemas.openxmlformats.org/officeDocument/2006/relationships/officeDocument" Target="/ppt/presentation.xml" Id="Rf7adc1422a2e44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815ed786fa474d"/>
  </p:sldMasterIdLst>
  <p:notesMasterIdLst>
    <p:notesMasterId xmlns:r="http://schemas.openxmlformats.org/officeDocument/2006/relationships" r:id="R2fa6af3100614ecf"/>
  </p:notesMasterIdLst>
  <p:sldIdLst>
    <p:sldId xmlns:r="http://schemas.openxmlformats.org/officeDocument/2006/relationships" id="256" r:id="R22e0231cbff5457f"/>
    <p:sldId xmlns:r="http://schemas.openxmlformats.org/officeDocument/2006/relationships" id="257" r:id="Rf86bd57cbca64c10"/>
    <p:sldId xmlns:r="http://schemas.openxmlformats.org/officeDocument/2006/relationships" id="258" r:id="R84145ceb70f64076"/>
    <p:sldId xmlns:r="http://schemas.openxmlformats.org/officeDocument/2006/relationships" id="259" r:id="R7a1a94c0f856402c"/>
    <p:sldId xmlns:r="http://schemas.openxmlformats.org/officeDocument/2006/relationships" id="260" r:id="R2754467f0ba94b8f"/>
    <p:sldId xmlns:r="http://schemas.openxmlformats.org/officeDocument/2006/relationships" id="261" r:id="Rfb20961506bf4b6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57a1b8b42740c9" /><Relationship Type="http://schemas.openxmlformats.org/officeDocument/2006/relationships/slideMaster" Target="/ppt/slideMasters/slideMaster1.xml" Id="Rbd815ed786fa474d" /><Relationship Type="http://schemas.openxmlformats.org/officeDocument/2006/relationships/notesMaster" Target="/ppt/notesMasters/notesMaster1.xml" Id="R2fa6af3100614ecf" /><Relationship Type="http://schemas.openxmlformats.org/officeDocument/2006/relationships/presProps" Target="/ppt/presProps.xml" Id="Rd86d4985547b4f22" /><Relationship Type="http://schemas.openxmlformats.org/officeDocument/2006/relationships/viewProps" Target="/ppt/viewProps.xml" Id="Rdf112a3d9ee849bd" /><Relationship Type="http://schemas.openxmlformats.org/officeDocument/2006/relationships/tableStyles" Target="/ppt/tableStyles.xml" Id="Ra08d6e6c15e64a6b" /><Relationship Type="http://schemas.openxmlformats.org/officeDocument/2006/relationships/slide" Target="/ppt/slides/slide1.xml" Id="R22e0231cbff5457f" /><Relationship Type="http://schemas.openxmlformats.org/officeDocument/2006/relationships/slide" Target="/ppt/slides/slide2.xml" Id="Rf86bd57cbca64c10" /><Relationship Type="http://schemas.openxmlformats.org/officeDocument/2006/relationships/slide" Target="/ppt/slides/slide3.xml" Id="R84145ceb70f64076" /><Relationship Type="http://schemas.openxmlformats.org/officeDocument/2006/relationships/slide" Target="/ppt/slides/slide4.xml" Id="R7a1a94c0f856402c" /><Relationship Type="http://schemas.openxmlformats.org/officeDocument/2006/relationships/slide" Target="/ppt/slides/slide5.xml" Id="R2754467f0ba94b8f" /><Relationship Type="http://schemas.openxmlformats.org/officeDocument/2006/relationships/slide" Target="/ppt/slides/slide6.xml" Id="Rfb20961506bf4b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f144b3187542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6301eb303947f0" /><Relationship Type="http://schemas.openxmlformats.org/officeDocument/2006/relationships/notesMaster" Target="/ppt/notesMasters/notesMaster1.xml" Id="Rb15849bc5f2b4f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56ecc3b4434cb9" /><Relationship Type="http://schemas.openxmlformats.org/officeDocument/2006/relationships/notesMaster" Target="/ppt/notesMasters/notesMaster1.xml" Id="R9d507fd5602d41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9214f164bc4419" /><Relationship Type="http://schemas.openxmlformats.org/officeDocument/2006/relationships/notesMaster" Target="/ppt/notesMasters/notesMaster1.xml" Id="R56b4b60af5d346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a69e71685b4fce" /><Relationship Type="http://schemas.openxmlformats.org/officeDocument/2006/relationships/notesMaster" Target="/ppt/notesMasters/notesMaster1.xml" Id="Red05dce61bb541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fd0f47b65e4001" /><Relationship Type="http://schemas.openxmlformats.org/officeDocument/2006/relationships/notesMaster" Target="/ppt/notesMasters/notesMaster1.xml" Id="R5d04c82d42fd4a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3a531f428c4e7d" /><Relationship Type="http://schemas.openxmlformats.org/officeDocument/2006/relationships/notesMaster" Target="/ppt/notesMasters/notesMaster1.xml" Id="R0fa3b3fff76049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86e19dbbb44f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c9426add504d95" /><Relationship Type="http://schemas.openxmlformats.org/officeDocument/2006/relationships/slideLayout" Target="/ppt/slideLayouts/slideLayout1.xml" Id="Rf22fcd056dfd4f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2fcd056dfd4f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69f178c074f42" /><Relationship Type="http://schemas.openxmlformats.org/officeDocument/2006/relationships/image" Target="/ppt/media/image.jpeg" Id="R574ba7c4d4f14383" /><Relationship Type="http://schemas.openxmlformats.org/officeDocument/2006/relationships/notesSlide" Target="/ppt/notesSlides/notesSlide1.xml" Id="R873f29f259c542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5f3c41f6e49a9" /><Relationship Type="http://schemas.openxmlformats.org/officeDocument/2006/relationships/notesSlide" Target="/ppt/notesSlides/notesSlide2.xml" Id="R769a3a4227a147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e431533cb4a45" /><Relationship Type="http://schemas.openxmlformats.org/officeDocument/2006/relationships/notesSlide" Target="/ppt/notesSlides/notesSlide3.xml" Id="R542e436572514b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6975f82e5469a" /><Relationship Type="http://schemas.openxmlformats.org/officeDocument/2006/relationships/notesSlide" Target="/ppt/notesSlides/notesSlide4.xml" Id="Rbe890e7dffc145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8efd62561408b" /><Relationship Type="http://schemas.openxmlformats.org/officeDocument/2006/relationships/notesSlide" Target="/ppt/notesSlides/notesSlide5.xml" Id="Rba3312fbefa44e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6df23d5864c46" /><Relationship Type="http://schemas.openxmlformats.org/officeDocument/2006/relationships/notesSlide" Target="/ppt/notesSlides/notesSlide6.xml" Id="Rc71ed129af6548f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221D7F-BCBF-4DD3-A61C-0790CFD1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C5472-7025-4271-BBB8-64564A5C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ba7c4d4f14383"/>
          <a:stretch xmlns:a="http://schemas.openxmlformats.org/drawingml/2006/main"/>
        </p:blipFill>
        <p:spPr>
          <a:xfrm xmlns:a="http://schemas.openxmlformats.org/drawingml/2006/main">
            <a:off x="4476750" y="1051251"/>
            <a:ext cx="6715125" cy="382204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1AD95-A064-4665-8BA9-30E571FD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276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F2E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7F2ED"/>
                </a:solidFill>
                <a:latin typeface="Aptos"/>
                <a:ea typeface="Aptos"/>
                <a:cs typeface="Aptos"/>
              </a:rPr>
              <a:t>AIDBRIDGE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44E37-5D15-4356-BA2B-7C02C652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3143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chaotic cry for help becomes a safe, auditable community response.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FA729-6E2C-46B0-951C-02E33707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86150"/>
            <a:ext cx="3028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CE9E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CE9E6"/>
                </a:solidFill>
                <a:latin typeface="Aptos"/>
                <a:ea typeface="Aptos"/>
                <a:cs typeface="Aptos"/>
              </a:rPr>
              <a:t>Multilingual aid triage for volunteers, counsellors, NGOs, and mutual-aid teams.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1D774-C5B0-40FB-8CBD-F2B72725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52A98-EEC0-4BB5-B007-70A9DE4E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3124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F2E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7F2ED"/>
                </a:solidFill>
                <a:latin typeface="Aptos"/>
                <a:ea typeface="Aptos"/>
                <a:cs typeface="Aptos"/>
              </a:rPr>
              <a:t>Risk + privacy + resource matching + field pack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1FF5D-79CD-44BE-B8A0-56869385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864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UCWS Singapore Hackathon 2026 · Application + DeepResearch-ready</a:t>
            </a:r>
          </a:p>
        </p:txBody>
      </p:sp>
    </p:spTree>
    <p:extLst>
      <p:ext uri="{BB962C8B-B14F-4D97-AF65-F5344CB8AC3E}">
        <p14:creationId xmlns:p14="http://schemas.microsoft.com/office/powerpoint/2010/main" val="1587227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5868AB-E68C-497A-8636-8AC9BB27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5B44F-9F25-435F-8457-02441D5D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47C7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C73"/>
                </a:solidFill>
                <a:latin typeface="Aptos"/>
                <a:ea typeface="Aptos"/>
                <a:cs typeface="Aptos"/>
              </a:rPr>
              <a:t>THE FIRST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3A472-C1F2-4595-AFF1-136A249C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02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8202F"/>
                </a:solidFill>
                <a:latin typeface="Aptos Display"/>
                <a:ea typeface="Aptos Display"/>
                <a:cs typeface="Aptos Display"/>
              </a:rPr>
              <a:t>Community aid breaks before the right person ever sees the case.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491EB-3CB7-4A5D-87F2-35A94376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3050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E23A3-ABCF-4036-AE86-BC8014C3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D7A1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D7A1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21AB9-7B46-4C01-B51F-A32E8E83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Messy 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C9B7D-9E2F-4496-965B-FEC03E56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1885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WhatsApp, hotline, or walk-in message is incomplete, emotional, multilingual.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F612B-C7D2-482D-8047-6C02A55F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09950"/>
            <a:ext cx="38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47C7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47C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60D55-4ECB-40EF-8600-99E7368D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47950"/>
            <a:ext cx="23050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2990B-4728-4DDF-A636-BBB537CB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384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D7A1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D7A1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11A82-B0DF-4ECE-83C4-CCC5965E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90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Volunteer improvises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95E36-782E-40EB-AA43-0BA5FF5F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981450"/>
            <a:ext cx="1885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Questions vary; urgent facts and consent can be missed.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A2FCE-A892-49C1-826A-D9B3021D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409950"/>
            <a:ext cx="38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47C7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47C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077C6-09B0-4849-9F99-CD89213A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23050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2CC0F-C185-41FE-A934-E5DC8F5D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25D4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25D4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1F189-5A3A-41A1-91C3-463A156C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Evidence gets messy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740F9-BDD1-4952-B601-501B4963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1885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Sensitive details may be overshared while useful proof disappears.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B4C48-393B-42D3-A79D-6765C458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9950"/>
            <a:ext cx="38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47C7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47C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7EBF0-AAE9-45AF-A2EC-409CA6CA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47950"/>
            <a:ext cx="23050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82D60-657C-4D64-99E6-0E706E56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384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D7A1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D7A1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501106-A9C4-43C4-9D00-9A35BEDE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90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Handoff is late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A4C75-0AD1-4226-BC9C-AD1DDC2E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81450"/>
            <a:ext cx="1885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case waits instead of routing to a trusted resource with ownership.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E75D80-301C-4C63-A540-EEB7A68B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AidBridge targets the moment where small mistakes compound into unsafe outcomes.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CDD510-13E8-4FC4-9255-108D6CAB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AidBridge / UCWS 2026</a:t>
            </a:r>
          </a:p>
        </p:txBody>
      </p:sp>
    </p:spTree>
    <p:extLst>
      <p:ext uri="{BB962C8B-B14F-4D97-AF65-F5344CB8AC3E}">
        <p14:creationId xmlns:p14="http://schemas.microsoft.com/office/powerpoint/2010/main" val="20645613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D98400-EF7C-4F9C-B06B-E884D0E7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8463E-3676-4780-89E2-6961DEC6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47C7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C73"/>
                </a:solidFill>
                <a:latin typeface="Aptos"/>
                <a:ea typeface="Aptos"/>
                <a:cs typeface="Aptos"/>
              </a:rPr>
              <a:t>PRODUCT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7C5FD-650B-4F87-BA2D-C17F2CC4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904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0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02F"/>
                </a:solidFill>
                <a:latin typeface="Aptos Display"/>
                <a:ea typeface="Aptos Display"/>
                <a:cs typeface="Aptos Display"/>
              </a:rPr>
              <a:t>AidBridge does not stop at an answer; it creates a handoff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19DAA-D1FB-4108-9B1E-80FDD5FE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4859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F"/>
          </a:solidFill>
          <a:ln xmlns:a="http://schemas.openxmlformats.org/drawingml/2006/main" w="9525">
            <a:solidFill>
              <a:srgbClr val="1820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0E743-3DCD-4201-A3CD-23E5F772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F2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F2E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F58F7-978D-4A4D-B755-3E2E4F0B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DC987-A27D-4178-81C1-EAB4112E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9E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CE9E6"/>
                </a:solidFill>
                <a:latin typeface="Aptos"/>
                <a:ea typeface="Aptos"/>
                <a:cs typeface="Aptos"/>
              </a:rPr>
              <a:t>Paste messy message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B4BB4-8A70-4D31-8E61-D8F19BEA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718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7E018-E9E3-4336-B83F-093F50CE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24150"/>
            <a:ext cx="14859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FEF4A-233D-47DB-8A9B-F318C259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14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5D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25D4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61D2C-0786-42EC-88FB-B8D1D001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385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Detect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5EE6C-7C62-45D0-9AF6-C16F7911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004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Needs +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3E16E-BB81-4CB3-9CAE-E2192FA0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718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D81B09-041B-499A-96C3-1258632C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14859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ACB80-6421-4D03-A7AB-3FF3C21D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14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5D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25D4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880CC-809C-4959-90FE-973EAC23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Redact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4E4561-0DE7-49B2-A553-8A33FB79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Privacy-safe brief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00DC5-52B8-490A-9CE5-9B5C1654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718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1E546-6A8E-4B37-9E3B-E9424520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14859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9442FE-5D7A-47F6-9F88-CEBA9C9D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5D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25D4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43B513-8D62-4E69-95BE-3E3CEF59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698BF4-9C6C-4761-B71B-5C30CAED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004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Trusted resources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6D36F9-14E9-461B-99A9-362A8791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718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A6BFDB-C6A1-4292-A287-372C9DE1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14859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820BDA-7048-4138-8A11-FE66C27B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14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5D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25D4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52EE7C-0F9A-44EE-9014-346E71C2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Clock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C103FA-8882-415F-A823-799991BD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Follow-up timing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1CCAAD-44F3-49BB-82A2-FE57212D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718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51D48B-CA24-4C72-AE7A-4EE10A55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14859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D436C4-D562-4401-AEDE-08C78F68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914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5D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25D4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14303C-62BB-430A-A8D6-820F57E4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2385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Export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D398E1-B842-4C54-83C4-436996DA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004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Field pack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0C2755-A645-479D-9EB5-8C4C2673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1009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2ED"/>
          </a:solidFill>
          <a:ln xmlns:a="http://schemas.openxmlformats.org/drawingml/2006/main" w="9525">
            <a:solidFill>
              <a:srgbClr val="BBDC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C32E11-9A2D-4329-AF1F-67DDE435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Result: a one-page operator brief for WhatsApp, helpdesk notes, NGO CRM, or human case review.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EB6833-6AF6-4110-8CD5-06B92125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AidBridge / UCWS 2026</a:t>
            </a:r>
          </a:p>
        </p:txBody>
      </p:sp>
    </p:spTree>
    <p:extLst>
      <p:ext uri="{BB962C8B-B14F-4D97-AF65-F5344CB8AC3E}">
        <p14:creationId xmlns:p14="http://schemas.microsoft.com/office/powerpoint/2010/main" val="7358978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53EABB-812E-458B-8E9D-E6B302BD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1C720-F67E-493E-AF84-1DE698EE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47C7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C73"/>
                </a:solidFill>
                <a:latin typeface="Aptos"/>
                <a:ea typeface="Aptos"/>
                <a:cs typeface="Aptos"/>
              </a:rPr>
              <a:t>DIFFERENTIATION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3CAEB-A356-4534-90A6-28E4C30B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971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2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8202F"/>
                </a:solidFill>
                <a:latin typeface="Aptos Display"/>
                <a:ea typeface="Aptos Display"/>
                <a:cs typeface="Aptos Display"/>
              </a:rPr>
              <a:t>The public field is agent-heavy; AidBridge is a public-good application with a visible user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ABAB6-64C0-4BDA-AEA5-61F0222D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828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C3887-6C1C-4240-BCC1-DA0F26B2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075B8-D10F-4025-8ACC-4ACF32B9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Developer-only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E339E-814F-4637-85DD-E0F9E292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7531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Frontline 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6A56C-C31A-4C0A-8985-BAC00A43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673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Concept / tool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29DC5-614D-4508-91C3-0B9CBC7D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716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Operational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3CE18-6ED0-4AA3-A91C-E9AD6D06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0D44C-89B2-42FF-9D59-14AFDD29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62300"/>
            <a:ext cx="1409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Agent</a:t>
            </a:r>
          </a:p>
          <a:p xmlns:a="http://schemas.openxmlformats.org/drawingml/2006/main">
            <a:pPr algn="ctr">
              <a:defRPr sz="1350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frameworks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86ECB-2E64-40E7-9710-DBE08F84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576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758D9-0061-42F1-8368-1EBB20DB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71950"/>
            <a:ext cx="1409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Developer</a:t>
            </a:r>
          </a:p>
          <a:p xmlns:a="http://schemas.openxmlformats.org/drawingml/2006/main">
            <a:pPr algn="ctr">
              <a:defRPr sz="1350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skills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B39F7-ED18-4A82-881D-70A5EDE9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241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59B26-EA43-4A38-BC3B-D7C0BBFA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38450"/>
            <a:ext cx="1409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Finance</a:t>
            </a:r>
          </a:p>
          <a:p xmlns:a="http://schemas.openxmlformats.org/drawingml/2006/main">
            <a:pPr algn="ctr">
              <a:defRPr sz="1350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CF769-3714-4FBE-AE12-09E0111F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6089D-B4CD-4582-A5F5-D6E6F580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19550"/>
            <a:ext cx="1409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Voice + travel</a:t>
            </a:r>
          </a:p>
          <a:p xmlns:a="http://schemas.openxmlformats.org/drawingml/2006/main">
            <a:pPr algn="ctr">
              <a:defRPr sz="1350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apps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777D3F-3C41-4F13-8E5B-1FFDB451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2ED"/>
          </a:solidFill>
          <a:ln xmlns:a="http://schemas.openxmlformats.org/drawingml/2006/main" w="19050">
            <a:solidFill>
              <a:srgbClr val="047C7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377442-9DFF-4473-854A-09581101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1409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47C7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47C73"/>
                </a:solidFill>
                <a:latin typeface="Aptos"/>
                <a:ea typeface="Aptos"/>
                <a:cs typeface="Aptos"/>
              </a:rPr>
              <a:t>AidBridge</a:t>
            </a:r>
          </a:p>
          <a:p xmlns:a="http://schemas.openxmlformats.org/drawingml/2006/main">
            <a:pPr algn="ctr">
              <a:defRPr sz="1275" b="1">
                <a:solidFill>
                  <a:srgbClr val="047C7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47C73"/>
                </a:solidFill>
                <a:latin typeface="Aptos"/>
                <a:ea typeface="Aptos"/>
                <a:cs typeface="Aptos"/>
              </a:rPr>
              <a:t>community response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D9C9E1-1BC8-48A1-8240-E9395CFE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Public GitHub search shows low stars across UCWS-specific repos, so clarity, usability, repo quality, and submission completeness are leverage.</a:t>
            </a:r>
          </a:p>
        </p:txBody>
      </p:sp>
    </p:spTree>
    <p:extLst>
      <p:ext uri="{BB962C8B-B14F-4D97-AF65-F5344CB8AC3E}">
        <p14:creationId xmlns:p14="http://schemas.microsoft.com/office/powerpoint/2010/main" val="6214625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CDD3E3-98B3-4C83-95A1-49751DDE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73E5F-C916-4736-BEF7-64FBFE12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47C7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C73"/>
                </a:solidFill>
                <a:latin typeface="Aptos"/>
                <a:ea typeface="Aptos"/>
                <a:cs typeface="Aptos"/>
              </a:rPr>
              <a:t>SCORING 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9FD43-5182-4A3E-BBD9-A45FDF59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895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0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02F"/>
                </a:solidFill>
                <a:latin typeface="Aptos Display"/>
                <a:ea typeface="Aptos Display"/>
                <a:cs typeface="Aptos Display"/>
              </a:rPr>
              <a:t>AidBridge is built directly around the official 30 / 30 / 40 evaluation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8DDF0-D5F8-4DA8-ADEE-90AD64A3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47C73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47C73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16FFA-1360-47BF-97F8-15BFE97D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955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6D0EF-85D4-4310-9FC5-7429E5CA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955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DABCF-98E5-488D-AFB4-EDF4A901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Community Vote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E458D-4D03-4EB9-8563-73307E9D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320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Immediate demo, emotional clarity, shareable public-good 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30E01-DD37-4098-A172-85644FF5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BD7A13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BD7A13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6B23B-04B0-4BDB-BFC0-34FD10C8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528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4C419-0E95-44FD-837E-783E9F3A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528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A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1EDBC-4FA9-4630-8EE2-82EDEA91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AI 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F064B-C054-4459-9A85-A606E919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81450"/>
            <a:ext cx="320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Clean repo, deterministic engine, tests, screenshots, docs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42A5F-7EC5-4793-A3D0-16F81351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25D4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E25D4F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78ABC-32CD-4CD6-B934-CFA44598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101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4364C-D736-425D-918F-08E6D84A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10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7C9BE-66DF-4F3F-86CD-848D9F00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768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Expert Judges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7327B2-1052-455E-9421-D3CA7598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38750"/>
            <a:ext cx="320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Real-world stakes, privacy safeguards, global resource-directory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16719E-7449-4E1B-9C6A-45280E6A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Official platform API long description: Community Vote 30%, AI Evaluation 30%, Expert Judges 40%.</a:t>
            </a:r>
          </a:p>
        </p:txBody>
      </p:sp>
    </p:spTree>
    <p:extLst>
      <p:ext uri="{BB962C8B-B14F-4D97-AF65-F5344CB8AC3E}">
        <p14:creationId xmlns:p14="http://schemas.microsoft.com/office/powerpoint/2010/main" val="11726944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4EF44B-8BF3-4073-8785-DAFD77EC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570FF-C134-4C65-A4BC-B7EFB388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F2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F2ED"/>
                </a:solidFill>
                <a:latin typeface="Aptos"/>
                <a:ea typeface="Aptos"/>
                <a:cs typeface="Aptos"/>
              </a:rPr>
              <a:t>READY TO SUBMIT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96058-C7AD-4CB6-B57B-EA69FDE2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8382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project is ready; the remaining steps are account 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79288-F243-4A2C-8ADF-AF4AC03C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7D244-3D99-4C21-93B2-E7C6463E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479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7C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C7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7D05A-A117-488A-88B7-3D716C86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38375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Static app + local 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59618-1147-4DC0-9C08-82D4DA6F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EB874-2939-4BFE-965D-FCC41B5A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384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7C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C7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91A99-02E6-4DD9-B4A7-EE53FABE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28925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README + Project Wall 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9B9FA-86BB-48FF-B7CE-3378D080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B9870-E682-4799-9CC5-5F53FD76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290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7C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C7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C9CD1-383A-4C11-92A8-47204A6B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19475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Tests for triage, redaction, resource matching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4B85F-7F51-4CDB-B4E6-4B0502F9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E144E-8E2C-42AA-A3BE-C47C3978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195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7C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C7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01BAA-A753-4891-B71E-BC58DA7D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10025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Screenshots + deployment guide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6DCE9-7468-4AB5-BCB7-4461AFCC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B29C1-4E88-4839-9A4C-1322F0E3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6101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7C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C7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2650A-1BEF-4404-A288-15BDA7AE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Submission audit + demo script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59336-AF61-439C-9315-B505734B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30480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941316-2F70-4064-8F59-EEB6DEB1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336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Next external actions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38CF66-1BCB-4DB1-9401-14C988BC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2438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24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246"/>
                </a:solidFill>
                <a:latin typeface="Aptos"/>
                <a:ea typeface="Aptos"/>
                <a:cs typeface="Aptos"/>
              </a:rPr>
              <a:t>1. Push GitHub repo</a:t>
            </a:r>
          </a:p>
          <a:p xmlns:a="http://schemas.openxmlformats.org/drawingml/2006/main">
            <a:pPr algn="l">
              <a:defRPr sz="1350" b="0">
                <a:solidFill>
                  <a:srgbClr val="27324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246"/>
                </a:solidFill>
                <a:latin typeface="Aptos"/>
                <a:ea typeface="Aptos"/>
                <a:cs typeface="Aptos"/>
              </a:rPr>
              <a:t>2. Deploy public demo</a:t>
            </a:r>
          </a:p>
          <a:p xmlns:a="http://schemas.openxmlformats.org/drawingml/2006/main">
            <a:pPr algn="l">
              <a:defRPr sz="1350" b="0">
                <a:solidFill>
                  <a:srgbClr val="27324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246"/>
                </a:solidFill>
                <a:latin typeface="Aptos"/>
                <a:ea typeface="Aptos"/>
                <a:cs typeface="Aptos"/>
              </a:rPr>
              <a:t>3. Fill Demo URL + Repo URL</a:t>
            </a:r>
          </a:p>
          <a:p xmlns:a="http://schemas.openxmlformats.org/drawingml/2006/main">
            <a:pPr algn="l">
              <a:defRPr sz="1350" b="0">
                <a:solidFill>
                  <a:srgbClr val="27324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246"/>
                </a:solidFill>
                <a:latin typeface="Aptos"/>
                <a:ea typeface="Aptos"/>
                <a:cs typeface="Aptos"/>
              </a:rPr>
              <a:t>4. Add real team members</a:t>
            </a:r>
          </a:p>
          <a:p xmlns:a="http://schemas.openxmlformats.org/drawingml/2006/main">
            <a:pPr algn="l">
              <a:defRPr sz="1350" b="0">
                <a:solidFill>
                  <a:srgbClr val="27324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246"/>
                </a:solidFill>
                <a:latin typeface="Aptos"/>
                <a:ea typeface="Aptos"/>
                <a:cs typeface="Aptos"/>
              </a:rPr>
              <a:t>5. Submit on Project Wall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C490E-F479-4E04-A9B2-047B1E54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847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F2E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7F2ED"/>
                </a:solidFill>
                <a:latin typeface="Aptos"/>
                <a:ea typeface="Aptos"/>
                <a:cs typeface="Aptos"/>
              </a:rPr>
              <a:t>Close: AidBridge wins because it makes AI useful when a human helper cannot afford to improvise.</a:t>
            </a:r>
          </a:p>
        </p:txBody>
      </p:sp>
    </p:spTree>
    <p:extLst>
      <p:ext uri="{BB962C8B-B14F-4D97-AF65-F5344CB8AC3E}">
        <p14:creationId xmlns:p14="http://schemas.microsoft.com/office/powerpoint/2010/main" val="14316877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2026-06-04T11:32:54.2260000Z</dcterms:created>
  <dcterms:modified xsi:type="dcterms:W3CDTF">2026-06-04T11:32:54.2260000Z</dcterms:modified>
</coreProperties>
</file>